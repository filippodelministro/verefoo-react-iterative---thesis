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25A4-4A14-EC13-55AF-AD6B740D6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F4B37-0B63-99CF-CF7C-A2854F23F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694CD-6CBB-794C-6EBD-9B1BB8C7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781AE-0C85-A4F7-62D0-59EF3870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F824F-44BD-CFB0-4F32-206C58F0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3037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D32E-E187-E394-9169-BA4E05E5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AB2D6-6654-F1DC-C4A8-357E3151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F8BC4-03DD-B736-897A-01EC2682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FC8E4-F481-4A96-1CAE-834D31C4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71F19-8588-2F73-98F0-D5CFA2F6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70745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F5D0-0DA1-6952-F8E8-930978D3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1369D-D5D6-5F0E-B4B7-1060B39F0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15073-9865-C41B-53DF-868B1EE7D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C0DB5-4FBF-B9DC-055C-C57EBB70E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F20CD-EB98-926A-7CE7-0D12BBD9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8396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124A-E163-D434-32A2-7CD13EA0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DE597-D860-1F31-B3E9-A37669CF2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19530-D184-0DBA-07D2-7BBEEF952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526E3-FD76-2105-1EF6-30E6081A1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9CEE5-0D2A-56D8-D039-141D4414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2C1B2-9CC4-4D3E-27F9-EE59EA4A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61376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8F91-6FBE-C6D9-7C55-D31AE2AC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21B55-AE60-4211-47A3-4A22A3A17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63E70-4DCB-2339-BDF3-CBD6B3B5F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245AC-14E4-3072-11AF-1DBA0120F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1C716-6B48-CAA0-A9E0-8CB5E6C16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9C805-2E0F-80E6-FA01-21234298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06B8E-43C8-9CEC-5884-06012883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EED37-414C-5C31-EF12-5B0F6325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0734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FCFF-015B-C811-67A8-C1912F51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DAB6A9-598F-937F-B869-0832AA91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2707C-175B-813F-3DCD-022422D1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40BD8-9F93-8AE0-0098-D6BD902E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5939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826BD-9C47-BBD9-8FFC-59BE80BC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5DACD-B57D-538D-7C1D-B5F17D7AE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71434-547D-DA89-8109-E514EBE2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0376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9FEF-63B5-BFBA-3412-8435A9124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48072-7865-B0F2-1522-1191919A1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AE319-298D-0926-B564-CDED71C93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23FC8-7CD1-7B6F-ADFC-F822497F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31AF9-F93A-1D4D-8BC6-09FE6EC2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93A8F-99BC-9118-B7D4-A009CE3E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0488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E3DD-CAEF-CA03-ECA5-0201FEDB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EBF2A1-E01C-375C-FCAF-80747A97C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F7D1D-1B89-D34E-E90F-AC5CD4CC0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6CCFB-8B29-86D8-C6D8-134312E9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439C9-5958-AA96-9AD6-5C19446FC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16EFF-1231-4AB4-CCEE-F60C3F82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7170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6090-57D2-17FA-E5B2-C8C444F3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34B53-0F7A-5BF6-B1D7-545D2123E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72001-65AE-CE56-B233-956D7A7D5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5DD10-7120-5211-01E6-C248BEC0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A8E1-B369-2830-6504-CB0F750E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5503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1A66B-B777-4B21-B38C-313F8B7CD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0C874-5439-B91B-C780-420653971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65D10-E5BD-DDEF-0770-47CAB1F0B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B605C-0535-2B52-FADC-3BA636C23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39585-659F-C265-E47C-B9C5C0F2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9405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6A33F-66DF-5927-6672-39BA9594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5B502-4469-030C-9B20-0C389464E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4618F-4CC2-6B45-C317-149E2C4E0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EF0CA-07CF-EC45-BB26-DBD3B48F9B07}" type="datetimeFigureOut">
              <a:rPr lang="en-IT" smtClean="0"/>
              <a:t>04/09/2026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E4115-CE4C-41A6-13C6-6E0BAE0C4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C924B-D0D1-8DA6-470D-C7A8623BE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4155A-8310-414F-AC65-0AEA0A7AD21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8303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0A2F-9E68-5EEF-0293-A3CE71DE98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52BB9-90D0-C1EB-191C-15083CACDC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8599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 Ministro  Filippo</dc:creator>
  <cp:lastModifiedBy>Del Ministro  Filippo</cp:lastModifiedBy>
  <cp:revision>1</cp:revision>
  <dcterms:created xsi:type="dcterms:W3CDTF">2026-09-04T19:32:12Z</dcterms:created>
  <dcterms:modified xsi:type="dcterms:W3CDTF">2026-09-04T19:32:30Z</dcterms:modified>
</cp:coreProperties>
</file>